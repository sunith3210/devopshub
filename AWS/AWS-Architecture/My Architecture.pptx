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7" r:id="rId1"/>
  </p:sldMasterIdLst>
  <p:notesMasterIdLst>
    <p:notesMasterId r:id="rId5"/>
  </p:notesMasterIdLst>
  <p:sldIdLst>
    <p:sldId id="256" r:id="rId2"/>
    <p:sldId id="257" r:id="rId3"/>
    <p:sldId id="260" r:id="rId4"/>
  </p:sldIdLst>
  <p:sldSz cx="9144000" cy="5143500" type="screen16x9"/>
  <p:notesSz cx="6858000" cy="9144000"/>
  <p:embeddedFontLst>
    <p:embeddedFont>
      <p:font typeface="IBM Plex Sans" panose="020B0503050203000203" pitchFamily="34" charset="0"/>
      <p:regular r:id="rId6"/>
      <p:bold r:id="rId7"/>
      <p:italic r:id="rId8"/>
      <p:boldItalic r:id="rId9"/>
    </p:embeddedFont>
    <p:embeddedFont>
      <p:font typeface="IBM Plex Sans Medium" panose="020B0603050203000203" pitchFamily="34" charset="0"/>
      <p:regular r:id="rId10"/>
      <p:bold r:id="rId11"/>
      <p:italic r:id="rId12"/>
      <p:boldItalic r:id="rId13"/>
    </p:embeddedFont>
    <p:embeddedFont>
      <p:font typeface="IBM Plex Sans SemiBold" panose="020B0703050203000203" pitchFamily="34" charset="0"/>
      <p:regular r:id="rId14"/>
      <p:bold r:id="rId15"/>
      <p:italic r:id="rId16"/>
      <p:boldItalic r:id="rId17"/>
    </p:embeddedFont>
    <p:embeddedFont>
      <p:font typeface="Sora" panose="020B0604020202020204" charset="0"/>
      <p:regular r:id="rId18"/>
      <p:bold r:id="rId19"/>
    </p:embeddedFont>
    <p:embeddedFont>
      <p:font typeface="Sora ExtraLight" panose="020B0604020202020204" charset="0"/>
      <p:regular r:id="rId20"/>
      <p:bold r:id="rId21"/>
    </p:embeddedFont>
    <p:embeddedFont>
      <p:font typeface="Sora Light" panose="020B0604020202020204" charset="0"/>
      <p:regular r:id="rId22"/>
      <p:bold r:id="rId23"/>
    </p:embeddedFont>
    <p:embeddedFont>
      <p:font typeface="Sora Medium" panose="020B0604020202020204" charset="0"/>
      <p:regular r:id="rId24"/>
      <p:bold r:id="rId25"/>
    </p:embeddedFont>
    <p:embeddedFont>
      <p:font typeface="Sora SemiBold" panose="020B0604020202020204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50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font" Target="fonts/font13.fntdata"/><Relationship Id="rId26" Type="http://schemas.openxmlformats.org/officeDocument/2006/relationships/font" Target="fonts/font21.fntdata"/><Relationship Id="rId3" Type="http://schemas.openxmlformats.org/officeDocument/2006/relationships/slide" Target="slides/slide2.xml"/><Relationship Id="rId21" Type="http://schemas.openxmlformats.org/officeDocument/2006/relationships/font" Target="fonts/font16.fntdata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5" Type="http://schemas.openxmlformats.org/officeDocument/2006/relationships/font" Target="fonts/font20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font" Target="fonts/font1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24" Type="http://schemas.openxmlformats.org/officeDocument/2006/relationships/font" Target="fonts/font19.fntdata"/><Relationship Id="rId5" Type="http://schemas.openxmlformats.org/officeDocument/2006/relationships/notesMaster" Target="notesMasters/notesMaster1.xml"/><Relationship Id="rId15" Type="http://schemas.openxmlformats.org/officeDocument/2006/relationships/font" Target="fonts/font10.fntdata"/><Relationship Id="rId23" Type="http://schemas.openxmlformats.org/officeDocument/2006/relationships/font" Target="fonts/font18.fntdata"/><Relationship Id="rId28" Type="http://schemas.openxmlformats.org/officeDocument/2006/relationships/presProps" Target="presProps.xml"/><Relationship Id="rId10" Type="http://schemas.openxmlformats.org/officeDocument/2006/relationships/font" Target="fonts/font5.fntdata"/><Relationship Id="rId19" Type="http://schemas.openxmlformats.org/officeDocument/2006/relationships/font" Target="fonts/font1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font" Target="fonts/font17.fntdata"/><Relationship Id="rId27" Type="http://schemas.openxmlformats.org/officeDocument/2006/relationships/font" Target="fonts/font2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f98dc4987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f98dc4987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f98dc49877_0_8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f98dc49877_0_8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f98dc49877_0_9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3f98dc49877_0_9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Alt 2">
  <p:cSld name="BLANK_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name="adj1" fmla="val 694140"/>
              <a:gd name="adj2" fmla="val 11948531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2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rot="10800000" flipH="1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avLst/>
              <a:gdLst/>
              <a:ahLst/>
              <a:cxnLst/>
              <a:rect l="l" t="t" r="r" b="b"/>
              <a:pathLst>
                <a:path w="198513" h="140640" extrusionOk="0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avLst/>
              <a:gdLst/>
              <a:ahLst/>
              <a:cxnLst/>
              <a:rect l="l" t="t" r="r" b="b"/>
              <a:pathLst>
                <a:path w="71839" h="140702" extrusionOk="0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>
            <a:spLocks noGrp="1"/>
          </p:cNvSpPr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1">
  <p:cSld name="BLANK_1_1_3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avLst/>
            <a:gdLst/>
            <a:ahLst/>
            <a:cxnLst/>
            <a:rect l="l" t="t" r="r" b="b"/>
            <a:pathLst>
              <a:path w="61561" h="29205" extrusionOk="0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avLst/>
            <a:gdLst/>
            <a:ahLst/>
            <a:cxnLst/>
            <a:rect l="l" t="t" r="r" b="b"/>
            <a:pathLst>
              <a:path w="25297" h="50476" extrusionOk="0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rot="-5400000" flipH="1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>
            <a:spLocks noGrp="1"/>
          </p:cNvSpPr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71" name="Google Shape;71;p3"/>
          <p:cNvSpPr txBox="1">
            <a:spLocks noGrp="1"/>
          </p:cNvSpPr>
          <p:nvPr>
            <p:ph type="title" idx="2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2" name="Google Shape;72;p3"/>
          <p:cNvSpPr txBox="1">
            <a:spLocks noGrp="1"/>
          </p:cNvSpPr>
          <p:nvPr>
            <p:ph type="body" idx="1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>
            <a:endParaRPr/>
          </a:p>
        </p:txBody>
      </p:sp>
      <p:sp>
        <p:nvSpPr>
          <p:cNvPr id="73" name="Google Shape;73;p3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2">
  <p:cSld name="BLANK_1_1_2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avLst/>
            <a:gdLst/>
            <a:ahLst/>
            <a:cxnLst/>
            <a:rect l="l" t="t" r="r" b="b"/>
            <a:pathLst>
              <a:path w="25297" h="50476" extrusionOk="0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dist="76200" dir="7800000" algn="bl" rotWithShape="0">
              <a:schemeClr val="accent1">
                <a:alpha val="2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dist="28575" dir="2700000" algn="bl" rotWithShape="0">
              <a:schemeClr val="accent1">
                <a:alpha val="2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dist="38100" dir="5400000" algn="bl" rotWithShape="0">
              <a:schemeClr val="accent3">
                <a:alpha val="3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>
            <a:spLocks noGrp="1"/>
          </p:cNvSpPr>
          <p:nvPr>
            <p:ph type="body" idx="1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457200" lvl="0" indent="-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457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457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457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457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457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457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457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4572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07" name="Google Shape;107;p4"/>
          <p:cNvSpPr txBox="1">
            <a:spLocks noGrp="1"/>
          </p:cNvSpPr>
          <p:nvPr>
            <p:ph type="title" idx="2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4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- Alt 1">
  <p:cSld name="BLANK_1_1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avLst/>
              <a:gdLst/>
              <a:ahLst/>
              <a:cxnLst/>
              <a:rect l="l" t="t" r="r" b="b"/>
              <a:pathLst>
                <a:path w="292003" h="199585" extrusionOk="0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avLst/>
              <a:gdLst/>
              <a:ahLst/>
              <a:cxnLst/>
              <a:rect l="l" t="t" r="r" b="b"/>
              <a:pathLst>
                <a:path w="251409" h="43361" extrusionOk="0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>
            <a:spLocks noGrp="1"/>
          </p:cNvSpPr>
          <p:nvPr>
            <p:ph type="body" idx="1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marL="1371600" lvl="2" indent="-228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marL="4114800" lvl="8" indent="-228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>
            <a:endParaRPr/>
          </a:p>
        </p:txBody>
      </p:sp>
      <p:sp>
        <p:nvSpPr>
          <p:cNvPr id="162" name="Google Shape;162;p5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63" name="Google Shape;163;p5"/>
          <p:cNvSpPr txBox="1">
            <a:spLocks noGrp="1"/>
          </p:cNvSpPr>
          <p:nvPr>
            <p:ph type="body" idx="2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>
            <a:endParaRPr/>
          </a:p>
        </p:txBody>
      </p:sp>
      <p:sp>
        <p:nvSpPr>
          <p:cNvPr id="164" name="Google Shape;164;p5"/>
          <p:cNvSpPr txBox="1">
            <a:spLocks noGrp="1"/>
          </p:cNvSpPr>
          <p:nvPr>
            <p:ph type="title" idx="3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165" name="Google Shape;165;p5"/>
          <p:cNvSpPr txBox="1">
            <a:spLocks noGrp="1"/>
          </p:cNvSpPr>
          <p:nvPr>
            <p:ph type="title" idx="4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3 images">
  <p:cSld name="BLANK_1_1_1_1_2">
    <p:bg>
      <p:bgPr>
        <a:solidFill>
          <a:schemeClr val="lt1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rot="10800000" flipH="1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rot="10800000" flipH="1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rot="10800000" flipH="1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rot="10800000" flipH="1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>
            <a:spLocks noGrp="1"/>
          </p:cNvSpPr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72" name="Google Shape;172;p6"/>
          <p:cNvSpPr>
            <a:spLocks noGrp="1"/>
          </p:cNvSpPr>
          <p:nvPr>
            <p:ph type="pic" idx="2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>
            <a:spLocks noGrp="1"/>
          </p:cNvSpPr>
          <p:nvPr>
            <p:ph type="pic" idx="3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>
            <a:spLocks noGrp="1"/>
          </p:cNvSpPr>
          <p:nvPr>
            <p:ph type="pic" idx="4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>
            <a:spLocks noGrp="1"/>
          </p:cNvSpPr>
          <p:nvPr>
            <p:ph type="subTitle" idx="1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76" name="Google Shape;176;p6"/>
          <p:cNvSpPr txBox="1">
            <a:spLocks noGrp="1"/>
          </p:cNvSpPr>
          <p:nvPr>
            <p:ph type="subTitle" idx="5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77" name="Google Shape;177;p6"/>
          <p:cNvSpPr txBox="1">
            <a:spLocks noGrp="1"/>
          </p:cNvSpPr>
          <p:nvPr>
            <p:ph type="title" idx="6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78" name="Google Shape;178;p6"/>
          <p:cNvSpPr txBox="1">
            <a:spLocks noGrp="1"/>
          </p:cNvSpPr>
          <p:nvPr>
            <p:ph type="title" idx="7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179" name="Google Shape;179;p6"/>
          <p:cNvSpPr txBox="1">
            <a:spLocks noGrp="1"/>
          </p:cNvSpPr>
          <p:nvPr>
            <p:ph type="subTitle" idx="8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avLst/>
              <a:gdLst/>
              <a:ahLst/>
              <a:cxnLst/>
              <a:rect l="l" t="t" r="r" b="b"/>
              <a:pathLst>
                <a:path w="89735" h="12128" extrusionOk="0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avLst/>
              <a:gdLst/>
              <a:ahLst/>
              <a:cxnLst/>
              <a:rect l="l" t="t" r="r" b="b"/>
              <a:pathLst>
                <a:path w="89735" h="13758" extrusionOk="0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avLst/>
              <a:gdLst/>
              <a:ahLst/>
              <a:cxnLst/>
              <a:rect l="l" t="t" r="r" b="b"/>
              <a:pathLst>
                <a:path w="89735" h="19162" extrusionOk="0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Alt 1">
  <p:cSld name="BLANK_1_1_1_1_1_1_1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name="adj1" fmla="val 4346562"/>
              <a:gd name="adj2" fmla="val 1725432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name="adj1" fmla="val 3282930"/>
              <a:gd name="adj2" fmla="val 14744228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avLst/>
            <a:gdLst/>
            <a:ahLst/>
            <a:cxnLst/>
            <a:rect l="l" t="t" r="r" b="b"/>
            <a:pathLst>
              <a:path w="61561" h="29205" extrusionOk="0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89" name="Google Shape;189;p7"/>
          <p:cNvSpPr txBox="1">
            <a:spLocks noGrp="1"/>
          </p:cNvSpPr>
          <p:nvPr>
            <p:ph type="title" idx="2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>
            <a:endParaRPr/>
          </a:p>
        </p:txBody>
      </p:sp>
      <p:sp>
        <p:nvSpPr>
          <p:cNvPr id="190" name="Google Shape;190;p7"/>
          <p:cNvSpPr txBox="1">
            <a:spLocks noGrp="1"/>
          </p:cNvSpPr>
          <p:nvPr>
            <p:ph type="subTitle" idx="1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91" name="Google Shape;191;p7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Alt 2">
  <p:cSld name="BLANK_1_1_1_1_1_1_1_2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avLst/>
            <a:gdLst/>
            <a:ahLst/>
            <a:cxnLst/>
            <a:rect l="l" t="t" r="r" b="b"/>
            <a:pathLst>
              <a:path w="131304" h="83158" extrusionOk="0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avLst/>
            <a:gdLst/>
            <a:ahLst/>
            <a:cxnLst/>
            <a:rect l="l" t="t" r="r" b="b"/>
            <a:pathLst>
              <a:path w="93052" h="127357" extrusionOk="0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rot="10800000" flipH="1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rot="10800000" flipH="1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rot="10800000" flipH="1">
              <a:off x="1927813" y="392406"/>
              <a:ext cx="402000" cy="4077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>
            <a:spLocks noGrp="1"/>
          </p:cNvSpPr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name="adj1" fmla="val 2600939"/>
              <a:gd name="adj2" fmla="val 18561181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name="adj1" fmla="val 837048"/>
              <a:gd name="adj2" fmla="val 1966528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>
            <a:spLocks noGrp="1"/>
          </p:cNvSpPr>
          <p:nvPr>
            <p:ph type="title" idx="2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13" name="Google Shape;213;p8"/>
          <p:cNvSpPr txBox="1">
            <a:spLocks noGrp="1"/>
          </p:cNvSpPr>
          <p:nvPr>
            <p:ph type="subTitle" idx="1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14" name="Google Shape;214;p8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LANK_1_1_1_1_1_1_1_1_1_1_10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rot="-900031" flipH="1">
            <a:off x="1792020" y="1182391"/>
            <a:ext cx="5560068" cy="196350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>
            <a:spLocks noGrp="1"/>
          </p:cNvSpPr>
          <p:nvPr>
            <p:ph type="body" idx="1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>
            <a:endParaRPr/>
          </a:p>
        </p:txBody>
      </p:sp>
      <p:sp>
        <p:nvSpPr>
          <p:cNvPr id="219" name="Google Shape;219;p9"/>
          <p:cNvSpPr txBox="1">
            <a:spLocks noGrp="1"/>
          </p:cNvSpPr>
          <p:nvPr>
            <p:ph type="title" hasCustomPrompt="1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rot="900031" flipH="1">
            <a:off x="1791931" y="1182353"/>
            <a:ext cx="5560068" cy="196350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2">
  <p:cSld name="BLANK_1_1_1_1_1_1_1_1_1_1_9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40" name="Google Shape;240;p10"/>
          <p:cNvSpPr txBox="1">
            <a:spLocks noGrp="1"/>
          </p:cNvSpPr>
          <p:nvPr>
            <p:ph type="title" idx="2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241" name="Google Shape;241;p10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admap">
  <p:cSld name="CUSTOM_2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44" name="Google Shape;244;p11"/>
          <p:cNvSpPr txBox="1">
            <a:spLocks noGrp="1"/>
          </p:cNvSpPr>
          <p:nvPr>
            <p:ph type="title" idx="2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grpSp>
        <p:nvGrpSpPr>
          <p:cNvPr id="245" name="Google Shape;245;p11"/>
          <p:cNvGrpSpPr/>
          <p:nvPr/>
        </p:nvGrpSpPr>
        <p:grpSpPr>
          <a:xfrm rot="10800000" flipH="1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avLst/>
              <a:gdLst/>
              <a:ahLst/>
              <a:cxnLst/>
              <a:rect l="l" t="t" r="r" b="b"/>
              <a:pathLst>
                <a:path w="89824" h="12217" fill="none" extrusionOk="0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avLst/>
              <a:gdLst/>
              <a:ahLst/>
              <a:cxnLst/>
              <a:rect l="l" t="t" r="r" b="b"/>
              <a:pathLst>
                <a:path w="89824" h="13870" fill="none" extrusionOk="0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avLst/>
              <a:gdLst/>
              <a:ahLst/>
              <a:cxnLst/>
              <a:rect l="l" t="t" r="r" b="b"/>
              <a:pathLst>
                <a:path w="89824" h="19252" fill="none" extrusionOk="0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>
            <a:spLocks noGrp="1"/>
          </p:cNvSpPr>
          <p:nvPr>
            <p:ph type="subTitle" idx="1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11"/>
          <p:cNvSpPr txBox="1">
            <a:spLocks noGrp="1"/>
          </p:cNvSpPr>
          <p:nvPr>
            <p:ph type="subTitle" idx="3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11"/>
          <p:cNvSpPr txBox="1">
            <a:spLocks noGrp="1"/>
          </p:cNvSpPr>
          <p:nvPr>
            <p:ph type="subTitle" idx="4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11"/>
          <p:cNvSpPr txBox="1">
            <a:spLocks noGrp="1"/>
          </p:cNvSpPr>
          <p:nvPr>
            <p:ph type="subTitle" idx="5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11"/>
          <p:cNvSpPr txBox="1">
            <a:spLocks noGrp="1"/>
          </p:cNvSpPr>
          <p:nvPr>
            <p:ph type="subTitle" idx="6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11"/>
          <p:cNvSpPr txBox="1">
            <a:spLocks noGrp="1"/>
          </p:cNvSpPr>
          <p:nvPr>
            <p:ph type="subTitle" idx="7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avLst/>
              <a:gdLst/>
              <a:ahLst/>
              <a:cxnLst/>
              <a:rect l="l" t="t" r="r" b="b"/>
              <a:pathLst>
                <a:path w="409856" h="140705" extrusionOk="0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avLst/>
              <a:gdLst/>
              <a:ahLst/>
              <a:cxnLst/>
              <a:rect l="l" t="t" r="r" b="b"/>
              <a:pathLst>
                <a:path w="31649" h="140700" extrusionOk="0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>
            <a:spLocks noGrp="1"/>
          </p:cNvSpPr>
          <p:nvPr>
            <p:ph type="title" idx="8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2">
  <p:cSld name="BLANK_1_1_1_1_1_1_1_1_1_1_7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avLst/>
            <a:gdLst/>
            <a:ahLst/>
            <a:cxnLst/>
            <a:rect l="l" t="t" r="r" b="b"/>
            <a:pathLst>
              <a:path w="115714" h="54955" fill="none" extrusionOk="0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avLst/>
            <a:gdLst/>
            <a:ahLst/>
            <a:cxnLst/>
            <a:rect l="l" t="t" r="r" b="b"/>
            <a:pathLst>
              <a:path w="120906" h="33501" extrusionOk="0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dist="219075" dir="5700000" algn="bl" rotWithShape="0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>
            <a:spLocks noGrp="1"/>
          </p:cNvSpPr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>
            <a:endParaRPr/>
          </a:p>
        </p:txBody>
      </p:sp>
      <p:sp>
        <p:nvSpPr>
          <p:cNvPr id="263" name="Google Shape;263;p12"/>
          <p:cNvSpPr txBox="1">
            <a:spLocks noGrp="1"/>
          </p:cNvSpPr>
          <p:nvPr>
            <p:ph type="title" idx="2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>
            <a:endParaRPr/>
          </a:p>
        </p:txBody>
      </p:sp>
      <p:sp>
        <p:nvSpPr>
          <p:cNvPr id="264" name="Google Shape;264;p12"/>
          <p:cNvSpPr txBox="1">
            <a:spLocks noGrp="1"/>
          </p:cNvSpPr>
          <p:nvPr>
            <p:ph type="title" idx="3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5" name="Google Shape;265;p12"/>
          <p:cNvSpPr txBox="1">
            <a:spLocks noGrp="1"/>
          </p:cNvSpPr>
          <p:nvPr>
            <p:ph type="title" idx="4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6" name="Google Shape;266;p12"/>
          <p:cNvSpPr txBox="1">
            <a:spLocks noGrp="1"/>
          </p:cNvSpPr>
          <p:nvPr>
            <p:ph type="title" idx="5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7" name="Google Shape;267;p12"/>
          <p:cNvSpPr txBox="1">
            <a:spLocks noGrp="1"/>
          </p:cNvSpPr>
          <p:nvPr>
            <p:ph type="title" idx="6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8" name="Google Shape;268;p12"/>
          <p:cNvSpPr txBox="1">
            <a:spLocks noGrp="1"/>
          </p:cNvSpPr>
          <p:nvPr>
            <p:ph type="title" idx="7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9" name="Google Shape;269;p12"/>
          <p:cNvSpPr txBox="1">
            <a:spLocks noGrp="1"/>
          </p:cNvSpPr>
          <p:nvPr>
            <p:ph type="title" idx="8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12"/>
          <p:cNvSpPr txBox="1">
            <a:spLocks noGrp="1"/>
          </p:cNvSpPr>
          <p:nvPr>
            <p:ph type="title" idx="9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71" name="Google Shape;271;p12"/>
          <p:cNvSpPr txBox="1">
            <a:spLocks noGrp="1"/>
          </p:cNvSpPr>
          <p:nvPr>
            <p:ph type="title" idx="13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272" name="Google Shape;272;p12"/>
          <p:cNvSpPr txBox="1">
            <a:spLocks noGrp="1"/>
          </p:cNvSpPr>
          <p:nvPr>
            <p:ph type="title" idx="14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73" name="Google Shape;273;p12"/>
          <p:cNvSpPr txBox="1">
            <a:spLocks noGrp="1"/>
          </p:cNvSpPr>
          <p:nvPr>
            <p:ph type="title" idx="15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274" name="Google Shape;274;p12"/>
          <p:cNvSpPr txBox="1">
            <a:spLocks noGrp="1"/>
          </p:cNvSpPr>
          <p:nvPr>
            <p:ph type="title" idx="16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75" name="Google Shape;275;p12"/>
          <p:cNvSpPr txBox="1">
            <a:spLocks noGrp="1"/>
          </p:cNvSpPr>
          <p:nvPr>
            <p:ph type="title" idx="17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hart">
  <p:cSld name="BLANK_1_1_1_1_1_1_1_1_1_1_7_1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rot="-1079220" flipH="1">
            <a:off x="-2010221" y="4250160"/>
            <a:ext cx="4477637" cy="804981"/>
          </a:xfrm>
          <a:prstGeom prst="chord">
            <a:avLst>
              <a:gd name="adj1" fmla="val 2752926"/>
              <a:gd name="adj2" fmla="val 1719354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avLst/>
              <a:gdLst/>
              <a:ahLst/>
              <a:cxnLst/>
              <a:rect l="l" t="t" r="r" b="b"/>
              <a:pathLst>
                <a:path w="40437" h="289599" extrusionOk="0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avLst/>
              <a:gdLst/>
              <a:ahLst/>
              <a:cxnLst/>
              <a:rect l="l" t="t" r="r" b="b"/>
              <a:pathLst>
                <a:path w="41052" h="80578" extrusionOk="0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>
            <a:spLocks noGrp="1"/>
          </p:cNvSpPr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82" name="Google Shape;282;p13"/>
          <p:cNvSpPr txBox="1">
            <a:spLocks noGrp="1"/>
          </p:cNvSpPr>
          <p:nvPr>
            <p:ph type="title" idx="2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83" name="Google Shape;283;p13"/>
          <p:cNvSpPr txBox="1">
            <a:spLocks noGrp="1"/>
          </p:cNvSpPr>
          <p:nvPr>
            <p:ph type="title" idx="3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84" name="Google Shape;284;p13"/>
          <p:cNvSpPr txBox="1">
            <a:spLocks noGrp="1"/>
          </p:cNvSpPr>
          <p:nvPr>
            <p:ph type="title" idx="4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85" name="Google Shape;285;p13"/>
          <p:cNvSpPr txBox="1">
            <a:spLocks noGrp="1"/>
          </p:cNvSpPr>
          <p:nvPr>
            <p:ph type="title" idx="5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286" name="Google Shape;286;p13"/>
          <p:cNvSpPr txBox="1">
            <a:spLocks noGrp="1"/>
          </p:cNvSpPr>
          <p:nvPr>
            <p:ph type="title" idx="6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87" name="Google Shape;287;p13"/>
          <p:cNvSpPr txBox="1">
            <a:spLocks noGrp="1"/>
          </p:cNvSpPr>
          <p:nvPr>
            <p:ph type="title" idx="7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3">
  <p:cSld name="BLANK_1_1_1_1_1_1_1_1_1_1_5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avLst/>
            <a:gdLst/>
            <a:ahLst/>
            <a:cxnLst/>
            <a:rect l="l" t="t" r="r" b="b"/>
            <a:pathLst>
              <a:path w="86243" h="14771" extrusionOk="0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16" name="Google Shape;316;p15"/>
          <p:cNvSpPr txBox="1">
            <a:spLocks noGrp="1"/>
          </p:cNvSpPr>
          <p:nvPr>
            <p:ph type="title" idx="2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317" name="Google Shape;317;p15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_1_1_1_1_1_1_4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name="adj1" fmla="val 21353619"/>
              <a:gd name="adj2" fmla="val 1421063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>
            <a:spLocks noGrp="1"/>
          </p:cNvSpPr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21" name="Google Shape;321;p16"/>
          <p:cNvSpPr txBox="1">
            <a:spLocks noGrp="1"/>
          </p:cNvSpPr>
          <p:nvPr>
            <p:ph type="title" idx="2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22" name="Google Shape;322;p16"/>
          <p:cNvSpPr txBox="1">
            <a:spLocks noGrp="1"/>
          </p:cNvSpPr>
          <p:nvPr>
            <p:ph type="title" idx="3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23" name="Google Shape;323;p16"/>
          <p:cNvSpPr txBox="1">
            <a:spLocks noGrp="1"/>
          </p:cNvSpPr>
          <p:nvPr>
            <p:ph type="title" idx="4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24" name="Google Shape;324;p16"/>
          <p:cNvSpPr txBox="1">
            <a:spLocks noGrp="1"/>
          </p:cNvSpPr>
          <p:nvPr>
            <p:ph type="title" idx="5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25" name="Google Shape;325;p16"/>
          <p:cNvSpPr txBox="1">
            <a:spLocks noGrp="1"/>
          </p:cNvSpPr>
          <p:nvPr>
            <p:ph type="title" idx="6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26" name="Google Shape;326;p16"/>
          <p:cNvSpPr txBox="1">
            <a:spLocks noGrp="1"/>
          </p:cNvSpPr>
          <p:nvPr>
            <p:ph type="title" idx="7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27" name="Google Shape;327;p16"/>
          <p:cNvSpPr/>
          <p:nvPr/>
        </p:nvSpPr>
        <p:spPr>
          <a:xfrm rot="-6104187" flipH="1">
            <a:off x="4324040" y="2970795"/>
            <a:ext cx="1541221" cy="4732320"/>
          </a:xfrm>
          <a:prstGeom prst="chord">
            <a:avLst>
              <a:gd name="adj1" fmla="val 4994308"/>
              <a:gd name="adj2" fmla="val 1511404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name="adj1" fmla="val 5592353"/>
              <a:gd name="adj2" fmla="val 1502406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>
            <a:spLocks noGrp="1"/>
          </p:cNvSpPr>
          <p:nvPr>
            <p:ph type="body" idx="1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>
            <a:endParaRPr/>
          </a:p>
        </p:txBody>
      </p:sp>
      <p:sp>
        <p:nvSpPr>
          <p:cNvPr id="330" name="Google Shape;330;p16"/>
          <p:cNvSpPr txBox="1">
            <a:spLocks noGrp="1"/>
          </p:cNvSpPr>
          <p:nvPr>
            <p:ph type="body" idx="8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>
            <a:endParaRPr/>
          </a:p>
        </p:txBody>
      </p:sp>
      <p:sp>
        <p:nvSpPr>
          <p:cNvPr id="331" name="Google Shape;331;p16"/>
          <p:cNvSpPr txBox="1">
            <a:spLocks noGrp="1"/>
          </p:cNvSpPr>
          <p:nvPr>
            <p:ph type="body" idx="9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>
            <a:endParaRPr/>
          </a:p>
        </p:txBody>
      </p:sp>
      <p:sp>
        <p:nvSpPr>
          <p:cNvPr id="332" name="Google Shape;332;p16"/>
          <p:cNvSpPr txBox="1">
            <a:spLocks noGrp="1"/>
          </p:cNvSpPr>
          <p:nvPr>
            <p:ph type="body" idx="13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>
            <a:endParaRPr/>
          </a:p>
        </p:txBody>
      </p:sp>
      <p:sp>
        <p:nvSpPr>
          <p:cNvPr id="333" name="Google Shape;333;p16"/>
          <p:cNvSpPr txBox="1">
            <a:spLocks noGrp="1"/>
          </p:cNvSpPr>
          <p:nvPr>
            <p:ph type="body" idx="14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>
            <a:endParaRPr/>
          </a:p>
        </p:txBody>
      </p:sp>
      <p:sp>
        <p:nvSpPr>
          <p:cNvPr id="334" name="Google Shape;334;p16"/>
          <p:cNvSpPr txBox="1">
            <a:spLocks noGrp="1"/>
          </p:cNvSpPr>
          <p:nvPr>
            <p:ph type="body" idx="15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>
            <a:endParaRPr/>
          </a:p>
        </p:txBody>
      </p:sp>
      <p:sp>
        <p:nvSpPr>
          <p:cNvPr id="335" name="Google Shape;335;p16"/>
          <p:cNvSpPr txBox="1">
            <a:spLocks noGrp="1"/>
          </p:cNvSpPr>
          <p:nvPr>
            <p:ph type="body" idx="16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>
            <a:endParaRPr/>
          </a:p>
        </p:txBody>
      </p:sp>
      <p:sp>
        <p:nvSpPr>
          <p:cNvPr id="336" name="Google Shape;336;p16"/>
          <p:cNvSpPr txBox="1">
            <a:spLocks noGrp="1"/>
          </p:cNvSpPr>
          <p:nvPr>
            <p:ph type="body" idx="17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>
            <a:endParaRPr/>
          </a:p>
        </p:txBody>
      </p:sp>
      <p:sp>
        <p:nvSpPr>
          <p:cNvPr id="337" name="Google Shape;337;p16"/>
          <p:cNvSpPr txBox="1">
            <a:spLocks noGrp="1"/>
          </p:cNvSpPr>
          <p:nvPr>
            <p:ph type="body" idx="18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>
            <a:endParaRPr/>
          </a:p>
        </p:txBody>
      </p:sp>
      <p:sp>
        <p:nvSpPr>
          <p:cNvPr id="338" name="Google Shape;338;p16"/>
          <p:cNvSpPr txBox="1">
            <a:spLocks noGrp="1"/>
          </p:cNvSpPr>
          <p:nvPr>
            <p:ph type="title" idx="19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339" name="Google Shape;339;p16"/>
          <p:cNvSpPr txBox="1">
            <a:spLocks noGrp="1"/>
          </p:cNvSpPr>
          <p:nvPr>
            <p:ph type="title" idx="20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- Dark">
  <p:cSld name="BLANK_1_1_1_1_1_1_1_1_1_1_4_1">
    <p:bg>
      <p:bgPr>
        <a:solidFill>
          <a:schemeClr val="lt1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name="adj1" fmla="val 21353619"/>
              <a:gd name="adj2" fmla="val 14210633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>
            <a:spLocks noGrp="1"/>
          </p:cNvSpPr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43" name="Google Shape;343;p17"/>
          <p:cNvSpPr txBox="1">
            <a:spLocks noGrp="1"/>
          </p:cNvSpPr>
          <p:nvPr>
            <p:ph type="title" idx="2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44" name="Google Shape;344;p17"/>
          <p:cNvSpPr txBox="1">
            <a:spLocks noGrp="1"/>
          </p:cNvSpPr>
          <p:nvPr>
            <p:ph type="title" idx="3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45" name="Google Shape;345;p17"/>
          <p:cNvSpPr txBox="1">
            <a:spLocks noGrp="1"/>
          </p:cNvSpPr>
          <p:nvPr>
            <p:ph type="title" idx="4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46" name="Google Shape;346;p17"/>
          <p:cNvSpPr txBox="1">
            <a:spLocks noGrp="1"/>
          </p:cNvSpPr>
          <p:nvPr>
            <p:ph type="title" idx="5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47" name="Google Shape;347;p17"/>
          <p:cNvSpPr txBox="1">
            <a:spLocks noGrp="1"/>
          </p:cNvSpPr>
          <p:nvPr>
            <p:ph type="title" idx="6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48" name="Google Shape;348;p17"/>
          <p:cNvSpPr txBox="1">
            <a:spLocks noGrp="1"/>
          </p:cNvSpPr>
          <p:nvPr>
            <p:ph type="title" idx="7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49" name="Google Shape;349;p17"/>
          <p:cNvSpPr/>
          <p:nvPr/>
        </p:nvSpPr>
        <p:spPr>
          <a:xfrm rot="-6104187" flipH="1">
            <a:off x="4324040" y="2970795"/>
            <a:ext cx="1541221" cy="4732320"/>
          </a:xfrm>
          <a:prstGeom prst="chord">
            <a:avLst>
              <a:gd name="adj1" fmla="val 4994308"/>
              <a:gd name="adj2" fmla="val 15114049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name="adj1" fmla="val 5592353"/>
              <a:gd name="adj2" fmla="val 15024063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>
            <a:spLocks noGrp="1"/>
          </p:cNvSpPr>
          <p:nvPr>
            <p:ph type="title" idx="8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52" name="Google Shape;352;p17"/>
          <p:cNvSpPr txBox="1">
            <a:spLocks noGrp="1"/>
          </p:cNvSpPr>
          <p:nvPr>
            <p:ph type="body" idx="1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53" name="Google Shape;353;p17"/>
          <p:cNvSpPr txBox="1">
            <a:spLocks noGrp="1"/>
          </p:cNvSpPr>
          <p:nvPr>
            <p:ph type="body" idx="9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54" name="Google Shape;354;p17"/>
          <p:cNvSpPr txBox="1">
            <a:spLocks noGrp="1"/>
          </p:cNvSpPr>
          <p:nvPr>
            <p:ph type="body" idx="13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55" name="Google Shape;355;p17"/>
          <p:cNvSpPr txBox="1">
            <a:spLocks noGrp="1"/>
          </p:cNvSpPr>
          <p:nvPr>
            <p:ph type="body" idx="14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56" name="Google Shape;356;p17"/>
          <p:cNvSpPr txBox="1">
            <a:spLocks noGrp="1"/>
          </p:cNvSpPr>
          <p:nvPr>
            <p:ph type="body" idx="15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57" name="Google Shape;357;p17"/>
          <p:cNvSpPr txBox="1">
            <a:spLocks noGrp="1"/>
          </p:cNvSpPr>
          <p:nvPr>
            <p:ph type="body" idx="16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58" name="Google Shape;358;p17"/>
          <p:cNvSpPr txBox="1">
            <a:spLocks noGrp="1"/>
          </p:cNvSpPr>
          <p:nvPr>
            <p:ph type="body" idx="17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59" name="Google Shape;359;p17"/>
          <p:cNvSpPr txBox="1">
            <a:spLocks noGrp="1"/>
          </p:cNvSpPr>
          <p:nvPr>
            <p:ph type="body" idx="18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0" name="Google Shape;360;p17"/>
          <p:cNvSpPr txBox="1">
            <a:spLocks noGrp="1"/>
          </p:cNvSpPr>
          <p:nvPr>
            <p:ph type="body" idx="19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1" name="Google Shape;361;p17"/>
          <p:cNvSpPr txBox="1">
            <a:spLocks noGrp="1"/>
          </p:cNvSpPr>
          <p:nvPr>
            <p:ph type="title" idx="20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and two bodies">
  <p:cSld name="BLANK_1_1_1_1_1_1_1_1_1_1_3_2">
    <p:bg>
      <p:bgPr>
        <a:solidFill>
          <a:schemeClr val="lt1"/>
        </a:solidFill>
        <a:effectLst/>
      </p:bgPr>
    </p:bg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rot="-5400000" flipH="1">
            <a:off x="1263236" y="2706539"/>
            <a:ext cx="1173845" cy="3700317"/>
          </a:xfrm>
          <a:custGeom>
            <a:avLst/>
            <a:gdLst/>
            <a:ahLst/>
            <a:cxnLst/>
            <a:rect l="l" t="t" r="r" b="b"/>
            <a:pathLst>
              <a:path w="39886" h="93762" fill="none" extrusionOk="0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avLst/>
            <a:gdLst/>
            <a:ahLst/>
            <a:cxnLst/>
            <a:rect l="l" t="t" r="r" b="b"/>
            <a:pathLst>
              <a:path w="109754" h="47273" extrusionOk="0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>
            <a:spLocks noGrp="1"/>
          </p:cNvSpPr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84" name="Google Shape;384;p18"/>
          <p:cNvSpPr txBox="1">
            <a:spLocks noGrp="1"/>
          </p:cNvSpPr>
          <p:nvPr>
            <p:ph type="title" idx="2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85" name="Google Shape;385;p18"/>
          <p:cNvSpPr>
            <a:spLocks noGrp="1"/>
          </p:cNvSpPr>
          <p:nvPr>
            <p:ph type="pic" idx="3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>
            <a:spLocks noGrp="1"/>
          </p:cNvSpPr>
          <p:nvPr>
            <p:ph type="pic" idx="4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>
            <a:spLocks noGrp="1"/>
          </p:cNvSpPr>
          <p:nvPr>
            <p:ph type="pic" idx="5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>
            <a:spLocks noGrp="1"/>
          </p:cNvSpPr>
          <p:nvPr>
            <p:ph type="title" idx="6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89" name="Google Shape;389;p18"/>
          <p:cNvSpPr txBox="1">
            <a:spLocks noGrp="1"/>
          </p:cNvSpPr>
          <p:nvPr>
            <p:ph type="title" idx="7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90" name="Google Shape;390;p18"/>
          <p:cNvSpPr txBox="1">
            <a:spLocks noGrp="1"/>
          </p:cNvSpPr>
          <p:nvPr>
            <p:ph type="title" idx="8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91" name="Google Shape;391;p18"/>
          <p:cNvSpPr txBox="1">
            <a:spLocks noGrp="1"/>
          </p:cNvSpPr>
          <p:nvPr>
            <p:ph type="title" idx="9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>
            <a:endParaRPr/>
          </a:p>
        </p:txBody>
      </p:sp>
      <p:sp>
        <p:nvSpPr>
          <p:cNvPr id="392" name="Google Shape;392;p18"/>
          <p:cNvSpPr txBox="1">
            <a:spLocks noGrp="1"/>
          </p:cNvSpPr>
          <p:nvPr>
            <p:ph type="title" idx="13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393" name="Google Shape;393;p18"/>
          <p:cNvSpPr txBox="1">
            <a:spLocks noGrp="1"/>
          </p:cNvSpPr>
          <p:nvPr>
            <p:ph type="title" idx="14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394" name="Google Shape;394;p18"/>
          <p:cNvSpPr txBox="1">
            <a:spLocks noGrp="1"/>
          </p:cNvSpPr>
          <p:nvPr>
            <p:ph type="title" idx="15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95" name="Google Shape;395;p18"/>
          <p:cNvSpPr txBox="1">
            <a:spLocks noGrp="1"/>
          </p:cNvSpPr>
          <p:nvPr>
            <p:ph type="title" idx="16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96" name="Google Shape;396;p18"/>
          <p:cNvSpPr txBox="1">
            <a:spLocks noGrp="1"/>
          </p:cNvSpPr>
          <p:nvPr>
            <p:ph type="title" idx="17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and Project Roadmap">
  <p:cSld name="BLANK_1_1_1_1_1_1_1_1_1_1_3_1">
    <p:bg>
      <p:bgPr>
        <a:solidFill>
          <a:schemeClr val="lt1"/>
        </a:solidFill>
        <a:effectLst/>
      </p:bgPr>
    </p:bg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>
            <a:spLocks noGrp="1"/>
          </p:cNvSpPr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99" name="Google Shape;399;p19"/>
          <p:cNvSpPr txBox="1">
            <a:spLocks noGrp="1"/>
          </p:cNvSpPr>
          <p:nvPr>
            <p:ph type="title" idx="2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00" name="Google Shape;400;p19"/>
          <p:cNvSpPr txBox="1">
            <a:spLocks noGrp="1"/>
          </p:cNvSpPr>
          <p:nvPr>
            <p:ph type="title" idx="3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01" name="Google Shape;401;p19"/>
          <p:cNvSpPr txBox="1">
            <a:spLocks noGrp="1"/>
          </p:cNvSpPr>
          <p:nvPr>
            <p:ph type="title" idx="4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02" name="Google Shape;402;p19"/>
          <p:cNvSpPr txBox="1">
            <a:spLocks noGrp="1"/>
          </p:cNvSpPr>
          <p:nvPr>
            <p:ph type="title" idx="5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03" name="Google Shape;403;p19"/>
          <p:cNvSpPr txBox="1">
            <a:spLocks noGrp="1"/>
          </p:cNvSpPr>
          <p:nvPr>
            <p:ph type="title" idx="6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04" name="Google Shape;404;p19"/>
          <p:cNvSpPr txBox="1">
            <a:spLocks noGrp="1"/>
          </p:cNvSpPr>
          <p:nvPr>
            <p:ph type="title" idx="7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05" name="Google Shape;405;p19"/>
          <p:cNvSpPr txBox="1">
            <a:spLocks noGrp="1"/>
          </p:cNvSpPr>
          <p:nvPr>
            <p:ph type="title" idx="8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06" name="Google Shape;406;p19"/>
          <p:cNvSpPr txBox="1">
            <a:spLocks noGrp="1"/>
          </p:cNvSpPr>
          <p:nvPr>
            <p:ph type="title" idx="9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07" name="Google Shape;407;p19"/>
          <p:cNvSpPr txBox="1">
            <a:spLocks noGrp="1"/>
          </p:cNvSpPr>
          <p:nvPr>
            <p:ph type="title" idx="13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08" name="Google Shape;408;p19"/>
          <p:cNvSpPr txBox="1">
            <a:spLocks noGrp="1"/>
          </p:cNvSpPr>
          <p:nvPr>
            <p:ph type="title" idx="14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09" name="Google Shape;409;p19"/>
          <p:cNvSpPr txBox="1">
            <a:spLocks noGrp="1"/>
          </p:cNvSpPr>
          <p:nvPr>
            <p:ph type="title" idx="15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10" name="Google Shape;410;p19"/>
          <p:cNvSpPr txBox="1">
            <a:spLocks noGrp="1"/>
          </p:cNvSpPr>
          <p:nvPr>
            <p:ph type="title" idx="16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11" name="Google Shape;411;p19"/>
          <p:cNvSpPr txBox="1">
            <a:spLocks noGrp="1"/>
          </p:cNvSpPr>
          <p:nvPr>
            <p:ph type="title" idx="17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12" name="Google Shape;412;p19"/>
          <p:cNvSpPr txBox="1">
            <a:spLocks noGrp="1"/>
          </p:cNvSpPr>
          <p:nvPr>
            <p:ph type="title" idx="18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13" name="Google Shape;413;p19"/>
          <p:cNvSpPr txBox="1">
            <a:spLocks noGrp="1"/>
          </p:cNvSpPr>
          <p:nvPr>
            <p:ph type="title" idx="19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14" name="Google Shape;414;p19"/>
          <p:cNvSpPr txBox="1">
            <a:spLocks noGrp="1"/>
          </p:cNvSpPr>
          <p:nvPr>
            <p:ph type="title" idx="20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415" name="Google Shape;415;p19"/>
          <p:cNvSpPr txBox="1">
            <a:spLocks noGrp="1"/>
          </p:cNvSpPr>
          <p:nvPr>
            <p:ph type="title" idx="21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admap">
  <p:cSld name="BLANK_1_1_1_1_1_1_1_1_1_1_2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avLst/>
            <a:gdLst/>
            <a:ahLst/>
            <a:cxnLst/>
            <a:rect l="l" t="t" r="r" b="b"/>
            <a:pathLst>
              <a:path w="37815" h="58120" extrusionOk="0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avLst/>
            <a:gdLst/>
            <a:ahLst/>
            <a:cxnLst/>
            <a:rect l="l" t="t" r="r" b="b"/>
            <a:pathLst>
              <a:path w="146370" h="56191" extrusionOk="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>
            <a:spLocks noGrp="1"/>
          </p:cNvSpPr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420" name="Google Shape;420;p20"/>
          <p:cNvSpPr txBox="1">
            <a:spLocks noGrp="1"/>
          </p:cNvSpPr>
          <p:nvPr>
            <p:ph type="title" idx="2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21" name="Google Shape;421;p20"/>
          <p:cNvSpPr txBox="1">
            <a:spLocks noGrp="1"/>
          </p:cNvSpPr>
          <p:nvPr>
            <p:ph type="title" idx="3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22" name="Google Shape;422;p20"/>
          <p:cNvSpPr txBox="1">
            <a:spLocks noGrp="1"/>
          </p:cNvSpPr>
          <p:nvPr>
            <p:ph type="title" idx="4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23" name="Google Shape;423;p20"/>
          <p:cNvSpPr txBox="1">
            <a:spLocks noGrp="1"/>
          </p:cNvSpPr>
          <p:nvPr>
            <p:ph type="title" idx="5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24" name="Google Shape;424;p20"/>
          <p:cNvSpPr txBox="1">
            <a:spLocks noGrp="1"/>
          </p:cNvSpPr>
          <p:nvPr>
            <p:ph type="title" idx="6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25" name="Google Shape;425;p20"/>
          <p:cNvSpPr txBox="1">
            <a:spLocks noGrp="1"/>
          </p:cNvSpPr>
          <p:nvPr>
            <p:ph type="title" idx="7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26" name="Google Shape;426;p20"/>
          <p:cNvSpPr txBox="1">
            <a:spLocks noGrp="1"/>
          </p:cNvSpPr>
          <p:nvPr>
            <p:ph type="body" idx="1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427" name="Google Shape;427;p20"/>
          <p:cNvSpPr txBox="1">
            <a:spLocks noGrp="1"/>
          </p:cNvSpPr>
          <p:nvPr>
            <p:ph type="body" idx="8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428" name="Google Shape;428;p20"/>
          <p:cNvSpPr txBox="1">
            <a:spLocks noGrp="1"/>
          </p:cNvSpPr>
          <p:nvPr>
            <p:ph type="body" idx="9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429" name="Google Shape;429;p20"/>
          <p:cNvSpPr txBox="1">
            <a:spLocks noGrp="1"/>
          </p:cNvSpPr>
          <p:nvPr>
            <p:ph type="body" idx="13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>
            <a:endParaRPr/>
          </a:p>
        </p:txBody>
      </p:sp>
      <p:sp>
        <p:nvSpPr>
          <p:cNvPr id="430" name="Google Shape;430;p20"/>
          <p:cNvSpPr txBox="1">
            <a:spLocks noGrp="1"/>
          </p:cNvSpPr>
          <p:nvPr>
            <p:ph type="body" idx="14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431" name="Google Shape;431;p20"/>
          <p:cNvSpPr txBox="1">
            <a:spLocks noGrp="1"/>
          </p:cNvSpPr>
          <p:nvPr>
            <p:ph type="title" idx="15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4">
  <p:cSld name="BLANK_1_1_1_1_1_1_1_1_1_1_2_1"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avLst/>
            <a:gdLst/>
            <a:ahLst/>
            <a:cxnLst/>
            <a:rect l="l" t="t" r="r" b="b"/>
            <a:pathLst>
              <a:path w="109754" h="47273" extrusionOk="0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avLst/>
            <a:gdLst/>
            <a:ahLst/>
            <a:cxnLst/>
            <a:rect l="l" t="t" r="r" b="b"/>
            <a:pathLst>
              <a:path w="39886" h="93762" fill="none" extrusionOk="0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>
            <a:spLocks noGrp="1"/>
          </p:cNvSpPr>
          <p:nvPr>
            <p:ph type="title" idx="2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avLst/>
            <a:gdLst/>
            <a:ahLst/>
            <a:cxnLst/>
            <a:rect l="l" t="t" r="r" b="b"/>
            <a:pathLst>
              <a:path w="230457" h="28472" extrusionOk="0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avLst/>
            <a:gdLst/>
            <a:ahLst/>
            <a:cxnLst/>
            <a:rect l="l" t="t" r="r" b="b"/>
            <a:pathLst>
              <a:path w="80135" h="28569" extrusionOk="0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dist="28575" dir="5400000" algn="bl" rotWithShape="0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7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Alt 1">
  <p:cSld name="BLANK_1_1_1_1_1_1_1_1_1_1_1"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rot="5400000" flipH="1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avLst/>
            <a:gdLst/>
            <a:ahLst/>
            <a:cxnLst/>
            <a:rect l="l" t="t" r="r" b="b"/>
            <a:pathLst>
              <a:path w="115529" h="54770" extrusionOk="0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name="adj1" fmla="val 5820070"/>
              <a:gd name="adj2" fmla="val 1578453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>
            <a:spLocks noGrp="1"/>
          </p:cNvSpPr>
          <p:nvPr>
            <p:ph type="subTitle" idx="1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551" name="Google Shape;551;p23"/>
          <p:cNvSpPr txBox="1">
            <a:spLocks noGrp="1"/>
          </p:cNvSpPr>
          <p:nvPr>
            <p:ph type="subTitle" idx="2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552" name="Google Shape;552;p23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553" name="Google Shape;553;p23"/>
          <p:cNvSpPr txBox="1">
            <a:spLocks noGrp="1"/>
          </p:cNvSpPr>
          <p:nvPr>
            <p:ph type="title" idx="3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554" name="Google Shape;554;p23"/>
          <p:cNvSpPr txBox="1">
            <a:spLocks noGrp="1"/>
          </p:cNvSpPr>
          <p:nvPr>
            <p:ph type="subTitle" idx="4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555" name="Google Shape;555;p23"/>
          <p:cNvSpPr txBox="1">
            <a:spLocks noGrp="1"/>
          </p:cNvSpPr>
          <p:nvPr>
            <p:ph type="subTitle" idx="5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556" name="Google Shape;556;p23"/>
          <p:cNvSpPr txBox="1">
            <a:spLocks noGrp="1"/>
          </p:cNvSpPr>
          <p:nvPr>
            <p:ph type="subTitle" idx="6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557" name="Google Shape;557;p23"/>
          <p:cNvSpPr txBox="1">
            <a:spLocks noGrp="1"/>
          </p:cNvSpPr>
          <p:nvPr>
            <p:ph type="subTitle" idx="7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558" name="Google Shape;558;p23"/>
          <p:cNvSpPr txBox="1">
            <a:spLocks noGrp="1"/>
          </p:cNvSpPr>
          <p:nvPr>
            <p:ph type="subTitle" idx="8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559" name="Google Shape;559;p23"/>
          <p:cNvSpPr txBox="1">
            <a:spLocks noGrp="1"/>
          </p:cNvSpPr>
          <p:nvPr>
            <p:ph type="subTitle" idx="9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560" name="Google Shape;560;p23"/>
          <p:cNvSpPr txBox="1">
            <a:spLocks noGrp="1"/>
          </p:cNvSpPr>
          <p:nvPr>
            <p:ph type="subTitle" idx="13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561" name="Google Shape;561;p23"/>
          <p:cNvSpPr txBox="1">
            <a:spLocks noGrp="1"/>
          </p:cNvSpPr>
          <p:nvPr>
            <p:ph type="subTitle" idx="14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562" name="Google Shape;562;p23"/>
          <p:cNvSpPr txBox="1">
            <a:spLocks noGrp="1"/>
          </p:cNvSpPr>
          <p:nvPr>
            <p:ph type="subTitle" idx="15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563" name="Google Shape;563;p23"/>
          <p:cNvSpPr txBox="1">
            <a:spLocks noGrp="1"/>
          </p:cNvSpPr>
          <p:nvPr>
            <p:ph type="subTitle" idx="16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564" name="Google Shape;564;p23"/>
          <p:cNvSpPr txBox="1">
            <a:spLocks noGrp="1"/>
          </p:cNvSpPr>
          <p:nvPr>
            <p:ph type="title" idx="17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ence Persona Infographic">
  <p:cSld name="BLANK_1_1_1_1_1_1_1_1_1_1_1_1_3">
    <p:bg>
      <p:bgPr>
        <a:solidFill>
          <a:schemeClr val="lt1"/>
        </a:solidFill>
        <a:effectLst/>
      </p:bgPr>
    </p:bg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>
            <a:spLocks noGrp="1"/>
          </p:cNvSpPr>
          <p:nvPr>
            <p:ph type="pic" idx="2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>
            <a:spLocks noGrp="1"/>
          </p:cNvSpPr>
          <p:nvPr>
            <p:ph type="subTitle" idx="1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69" name="Google Shape;569;p24"/>
          <p:cNvSpPr txBox="1">
            <a:spLocks noGrp="1"/>
          </p:cNvSpPr>
          <p:nvPr>
            <p:ph type="subTitle" idx="3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70" name="Google Shape;570;p24"/>
          <p:cNvSpPr txBox="1">
            <a:spLocks noGrp="1"/>
          </p:cNvSpPr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71" name="Google Shape;571;p24"/>
          <p:cNvSpPr txBox="1">
            <a:spLocks noGrp="1"/>
          </p:cNvSpPr>
          <p:nvPr>
            <p:ph type="title" idx="4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72" name="Google Shape;572;p24"/>
          <p:cNvSpPr txBox="1">
            <a:spLocks noGrp="1"/>
          </p:cNvSpPr>
          <p:nvPr>
            <p:ph type="title" idx="5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73" name="Google Shape;573;p24"/>
          <p:cNvSpPr txBox="1">
            <a:spLocks noGrp="1"/>
          </p:cNvSpPr>
          <p:nvPr>
            <p:ph type="title" idx="6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74" name="Google Shape;574;p24"/>
          <p:cNvSpPr txBox="1">
            <a:spLocks noGrp="1"/>
          </p:cNvSpPr>
          <p:nvPr>
            <p:ph type="title" idx="7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575" name="Google Shape;575;p24"/>
          <p:cNvSpPr txBox="1">
            <a:spLocks noGrp="1"/>
          </p:cNvSpPr>
          <p:nvPr>
            <p:ph type="title" idx="8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76" name="Google Shape;576;p24"/>
          <p:cNvSpPr txBox="1">
            <a:spLocks noGrp="1"/>
          </p:cNvSpPr>
          <p:nvPr>
            <p:ph type="title" idx="9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spcFirstLastPara="1" wrap="square" lIns="91425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77" name="Google Shape;577;p24"/>
          <p:cNvSpPr txBox="1">
            <a:spLocks noGrp="1"/>
          </p:cNvSpPr>
          <p:nvPr>
            <p:ph type="subTitle" idx="13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578" name="Google Shape;578;p24"/>
          <p:cNvSpPr txBox="1">
            <a:spLocks noGrp="1"/>
          </p:cNvSpPr>
          <p:nvPr>
            <p:ph type="subTitle" idx="14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579" name="Google Shape;579;p24"/>
          <p:cNvSpPr txBox="1">
            <a:spLocks noGrp="1"/>
          </p:cNvSpPr>
          <p:nvPr>
            <p:ph type="subTitle" idx="15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580" name="Google Shape;580;p24"/>
          <p:cNvSpPr txBox="1">
            <a:spLocks noGrp="1"/>
          </p:cNvSpPr>
          <p:nvPr>
            <p:ph type="subTitle" idx="16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581" name="Google Shape;581;p24"/>
          <p:cNvSpPr txBox="1">
            <a:spLocks noGrp="1"/>
          </p:cNvSpPr>
          <p:nvPr>
            <p:ph type="subTitle" idx="17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582" name="Google Shape;582;p24"/>
          <p:cNvSpPr txBox="1">
            <a:spLocks noGrp="1"/>
          </p:cNvSpPr>
          <p:nvPr>
            <p:ph type="subTitle" idx="18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583" name="Google Shape;583;p24"/>
          <p:cNvSpPr txBox="1">
            <a:spLocks noGrp="1"/>
          </p:cNvSpPr>
          <p:nvPr>
            <p:ph type="title" idx="19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- Alt 2">
  <p:cSld name="BLANK_1_1_1_1_1_1_1_1_1_1_1_1_2"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rot="-8100000" flipH="1">
            <a:off x="4692650" y="965198"/>
            <a:ext cx="4843399" cy="2480248"/>
          </a:xfrm>
          <a:prstGeom prst="flowChartConnector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rot="10800000" flipH="1">
            <a:off x="4676692" y="3337812"/>
            <a:ext cx="4467295" cy="1685226"/>
          </a:xfrm>
          <a:custGeom>
            <a:avLst/>
            <a:gdLst/>
            <a:ahLst/>
            <a:cxnLst/>
            <a:rect l="l" t="t" r="r" b="b"/>
            <a:pathLst>
              <a:path w="119855" h="51371" extrusionOk="0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>
            <a:spLocks noGrp="1"/>
          </p:cNvSpPr>
          <p:nvPr>
            <p:ph type="pic" idx="2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>
            <a:spLocks noGrp="1"/>
          </p:cNvSpPr>
          <p:nvPr>
            <p:ph type="body" idx="1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589" name="Google Shape;589;p25"/>
          <p:cNvSpPr txBox="1">
            <a:spLocks noGrp="1"/>
          </p:cNvSpPr>
          <p:nvPr>
            <p:ph type="body" idx="3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590" name="Google Shape;590;p25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591" name="Google Shape;591;p25"/>
          <p:cNvSpPr txBox="1">
            <a:spLocks noGrp="1"/>
          </p:cNvSpPr>
          <p:nvPr>
            <p:ph type="title" idx="4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592" name="Google Shape;592;p25"/>
          <p:cNvSpPr txBox="1">
            <a:spLocks noGrp="1"/>
          </p:cNvSpPr>
          <p:nvPr>
            <p:ph type="title" idx="5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Alt 2">
  <p:cSld name="BLANK_1_1_1_1_1_1_1_1_1_1_1_1_1_1">
    <p:bg>
      <p:bgPr>
        <a:solidFill>
          <a:schemeClr val="lt1"/>
        </a:solidFill>
        <a:effectLst/>
      </p:bgPr>
    </p:bg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avLst/>
            <a:gdLst/>
            <a:ahLst/>
            <a:cxnLst/>
            <a:rect l="l" t="t" r="r" b="b"/>
            <a:pathLst>
              <a:path w="70390" h="107671" extrusionOk="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612" name="Google Shape;612;p26"/>
          <p:cNvSpPr txBox="1">
            <a:spLocks noGrp="1"/>
          </p:cNvSpPr>
          <p:nvPr>
            <p:ph type="title" idx="2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13" name="Google Shape;613;p26"/>
          <p:cNvSpPr txBox="1">
            <a:spLocks noGrp="1"/>
          </p:cNvSpPr>
          <p:nvPr>
            <p:ph type="title" idx="3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614" name="Google Shape;614;p26"/>
          <p:cNvSpPr txBox="1">
            <a:spLocks noGrp="1"/>
          </p:cNvSpPr>
          <p:nvPr>
            <p:ph type="title" idx="4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615" name="Google Shape;615;p26"/>
          <p:cNvSpPr txBox="1">
            <a:spLocks noGrp="1"/>
          </p:cNvSpPr>
          <p:nvPr>
            <p:ph type="title" idx="5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616" name="Google Shape;616;p26"/>
          <p:cNvSpPr txBox="1">
            <a:spLocks noGrp="1"/>
          </p:cNvSpPr>
          <p:nvPr>
            <p:ph type="body" idx="1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617" name="Google Shape;617;p26"/>
          <p:cNvSpPr txBox="1">
            <a:spLocks noGrp="1"/>
          </p:cNvSpPr>
          <p:nvPr>
            <p:ph type="body" idx="6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618" name="Google Shape;618;p26"/>
          <p:cNvSpPr txBox="1">
            <a:spLocks noGrp="1"/>
          </p:cNvSpPr>
          <p:nvPr>
            <p:ph type="body" idx="7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619" name="Google Shape;619;p26"/>
          <p:cNvSpPr txBox="1">
            <a:spLocks noGrp="1"/>
          </p:cNvSpPr>
          <p:nvPr>
            <p:ph type="body" idx="8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620" name="Google Shape;620;p26"/>
          <p:cNvSpPr txBox="1">
            <a:spLocks noGrp="1"/>
          </p:cNvSpPr>
          <p:nvPr>
            <p:ph type="body" idx="9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621" name="Google Shape;621;p26"/>
          <p:cNvSpPr txBox="1">
            <a:spLocks noGrp="1"/>
          </p:cNvSpPr>
          <p:nvPr>
            <p:ph type="body" idx="13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622" name="Google Shape;622;p26"/>
          <p:cNvSpPr txBox="1">
            <a:spLocks noGrp="1"/>
          </p:cNvSpPr>
          <p:nvPr>
            <p:ph type="title" idx="14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 Alt 1">
  <p:cSld name="BLANK_1_1_1_1_1_1_1_1_1_1_1_1_1_1_1">
    <p:bg>
      <p:bgPr>
        <a:solidFill>
          <a:schemeClr val="lt1"/>
        </a:solidFill>
        <a:effectLst/>
      </p:bgPr>
    </p:bg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>
            <a:spLocks noGrp="1"/>
          </p:cNvSpPr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39" name="Google Shape;639;p27"/>
          <p:cNvSpPr txBox="1">
            <a:spLocks noGrp="1"/>
          </p:cNvSpPr>
          <p:nvPr>
            <p:ph type="subTitle" idx="1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640" name="Google Shape;640;p27"/>
          <p:cNvSpPr txBox="1">
            <a:spLocks noGrp="1"/>
          </p:cNvSpPr>
          <p:nvPr>
            <p:ph type="subTitle" idx="2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641" name="Google Shape;641;p27"/>
          <p:cNvSpPr txBox="1">
            <a:spLocks noGrp="1"/>
          </p:cNvSpPr>
          <p:nvPr>
            <p:ph type="subTitle" idx="3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642" name="Google Shape;642;p27"/>
          <p:cNvSpPr txBox="1">
            <a:spLocks noGrp="1"/>
          </p:cNvSpPr>
          <p:nvPr>
            <p:ph type="subTitle" idx="4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643" name="Google Shape;643;p27"/>
          <p:cNvSpPr txBox="1">
            <a:spLocks noGrp="1"/>
          </p:cNvSpPr>
          <p:nvPr>
            <p:ph type="subTitle" idx="5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644" name="Google Shape;644;p27"/>
          <p:cNvSpPr txBox="1">
            <a:spLocks noGrp="1"/>
          </p:cNvSpPr>
          <p:nvPr>
            <p:ph type="subTitle" idx="6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645" name="Google Shape;645;p27"/>
          <p:cNvSpPr txBox="1">
            <a:spLocks noGrp="1"/>
          </p:cNvSpPr>
          <p:nvPr>
            <p:ph type="subTitle" idx="7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>
            <a:spLocks noGrp="1"/>
          </p:cNvSpPr>
          <p:nvPr>
            <p:ph type="subTitle" idx="8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663" name="Google Shape;663;p27"/>
          <p:cNvSpPr txBox="1">
            <a:spLocks noGrp="1"/>
          </p:cNvSpPr>
          <p:nvPr>
            <p:ph type="title" idx="9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>
            <a:spLocks noGrp="1"/>
          </p:cNvSpPr>
          <p:nvPr>
            <p:ph type="subTitle" idx="13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668" name="Google Shape;668;p27"/>
          <p:cNvSpPr txBox="1">
            <a:spLocks noGrp="1"/>
          </p:cNvSpPr>
          <p:nvPr>
            <p:ph type="title" idx="14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69" name="Google Shape;669;p27"/>
          <p:cNvSpPr txBox="1">
            <a:spLocks noGrp="1"/>
          </p:cNvSpPr>
          <p:nvPr>
            <p:ph type="title" idx="15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 b="1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0" name="Google Shape;670;p27"/>
          <p:cNvSpPr txBox="1">
            <a:spLocks noGrp="1"/>
          </p:cNvSpPr>
          <p:nvPr>
            <p:ph type="title" idx="16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71" name="Google Shape;671;p27"/>
          <p:cNvSpPr txBox="1">
            <a:spLocks noGrp="1"/>
          </p:cNvSpPr>
          <p:nvPr>
            <p:ph type="title" idx="17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72" name="Google Shape;672;p27"/>
          <p:cNvSpPr txBox="1">
            <a:spLocks noGrp="1"/>
          </p:cNvSpPr>
          <p:nvPr>
            <p:ph type="title" idx="18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175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 - Alt 2">
  <p:cSld name="BLANK_1_1_1_1_1_1_1_1_1_1_1_1_1_1_1_2">
    <p:bg>
      <p:bgPr>
        <a:solidFill>
          <a:schemeClr val="lt1"/>
        </a:solidFill>
        <a:effectLst/>
      </p:bgPr>
    </p:bg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>
            <a:spLocks noGrp="1"/>
          </p:cNvSpPr>
          <p:nvPr>
            <p:ph type="body" idx="1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675" name="Google Shape;675;p28"/>
          <p:cNvSpPr txBox="1">
            <a:spLocks noGrp="1"/>
          </p:cNvSpPr>
          <p:nvPr>
            <p:ph type="body" idx="2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676" name="Google Shape;676;p28"/>
          <p:cNvSpPr txBox="1">
            <a:spLocks noGrp="1"/>
          </p:cNvSpPr>
          <p:nvPr>
            <p:ph type="body" idx="3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677" name="Google Shape;677;p28"/>
          <p:cNvSpPr txBox="1">
            <a:spLocks noGrp="1"/>
          </p:cNvSpPr>
          <p:nvPr>
            <p:ph type="body" idx="4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rot="10800000" flipH="1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rot="10800000" flipH="1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rot="10800000" flipH="1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rot="10800000" flipH="1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02" name="Google Shape;702;p28"/>
          <p:cNvSpPr txBox="1">
            <a:spLocks noGrp="1"/>
          </p:cNvSpPr>
          <p:nvPr>
            <p:ph type="title" idx="5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03" name="Google Shape;703;p28"/>
          <p:cNvSpPr txBox="1">
            <a:spLocks noGrp="1"/>
          </p:cNvSpPr>
          <p:nvPr>
            <p:ph type="subTitle" idx="6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704" name="Google Shape;704;p28"/>
          <p:cNvSpPr txBox="1">
            <a:spLocks noGrp="1"/>
          </p:cNvSpPr>
          <p:nvPr>
            <p:ph type="subTitle" idx="7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5" name="Google Shape;705;p28"/>
          <p:cNvSpPr txBox="1">
            <a:spLocks noGrp="1"/>
          </p:cNvSpPr>
          <p:nvPr>
            <p:ph type="subTitle" idx="8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6" name="Google Shape;706;p28"/>
          <p:cNvSpPr txBox="1">
            <a:spLocks noGrp="1"/>
          </p:cNvSpPr>
          <p:nvPr>
            <p:ph type="subTitle" idx="9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7" name="Google Shape;707;p28"/>
          <p:cNvSpPr txBox="1">
            <a:spLocks noGrp="1"/>
          </p:cNvSpPr>
          <p:nvPr>
            <p:ph type="subTitle" idx="13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8" name="Google Shape;708;p28"/>
          <p:cNvSpPr txBox="1">
            <a:spLocks noGrp="1"/>
          </p:cNvSpPr>
          <p:nvPr>
            <p:ph type="title" idx="14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 - Alt 3">
  <p:cSld name="BLANK_1_1_1_1_1_1_1_1_1_1_1_1_1_1_1_2_1">
    <p:bg>
      <p:bgPr>
        <a:solidFill>
          <a:schemeClr val="lt1"/>
        </a:solidFill>
        <a:effectLst/>
      </p:bgPr>
    </p:bg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>
            <a:spLocks noGrp="1"/>
          </p:cNvSpPr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11" name="Google Shape;711;p29"/>
          <p:cNvSpPr txBox="1">
            <a:spLocks noGrp="1"/>
          </p:cNvSpPr>
          <p:nvPr>
            <p:ph type="title" idx="2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12" name="Google Shape;712;p29"/>
          <p:cNvSpPr txBox="1">
            <a:spLocks noGrp="1"/>
          </p:cNvSpPr>
          <p:nvPr>
            <p:ph type="title" idx="3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13" name="Google Shape;713;p29"/>
          <p:cNvSpPr txBox="1">
            <a:spLocks noGrp="1"/>
          </p:cNvSpPr>
          <p:nvPr>
            <p:ph type="title" idx="4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14" name="Google Shape;714;p29"/>
          <p:cNvSpPr txBox="1">
            <a:spLocks noGrp="1"/>
          </p:cNvSpPr>
          <p:nvPr>
            <p:ph type="title" idx="5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15" name="Google Shape;715;p29"/>
          <p:cNvSpPr txBox="1">
            <a:spLocks noGrp="1"/>
          </p:cNvSpPr>
          <p:nvPr>
            <p:ph type="subTitle" idx="1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rot="10800000" flipH="1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rot="10800000" flipH="1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rot="10800000" flipH="1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rot="10800000" flipH="1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>
            <a:spLocks noGrp="1"/>
          </p:cNvSpPr>
          <p:nvPr>
            <p:ph type="body" idx="6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741" name="Google Shape;741;p29"/>
          <p:cNvSpPr txBox="1">
            <a:spLocks noGrp="1"/>
          </p:cNvSpPr>
          <p:nvPr>
            <p:ph type="body" idx="7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742" name="Google Shape;742;p29"/>
          <p:cNvSpPr txBox="1">
            <a:spLocks noGrp="1"/>
          </p:cNvSpPr>
          <p:nvPr>
            <p:ph type="body" idx="8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743" name="Google Shape;743;p29"/>
          <p:cNvSpPr txBox="1">
            <a:spLocks noGrp="1"/>
          </p:cNvSpPr>
          <p:nvPr>
            <p:ph type="body" idx="9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744" name="Google Shape;744;p29"/>
          <p:cNvSpPr txBox="1">
            <a:spLocks noGrp="1"/>
          </p:cNvSpPr>
          <p:nvPr>
            <p:ph type="title" idx="13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spcFirstLastPara="1" wrap="square" lIns="91425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45" name="Google Shape;745;p29"/>
          <p:cNvSpPr txBox="1">
            <a:spLocks noGrp="1"/>
          </p:cNvSpPr>
          <p:nvPr>
            <p:ph type="title" idx="14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spcFirstLastPara="1" wrap="square" lIns="91425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46" name="Google Shape;746;p29"/>
          <p:cNvSpPr txBox="1">
            <a:spLocks noGrp="1"/>
          </p:cNvSpPr>
          <p:nvPr>
            <p:ph type="title" idx="15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spcFirstLastPara="1" wrap="square" lIns="91425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47" name="Google Shape;747;p29"/>
          <p:cNvSpPr txBox="1">
            <a:spLocks noGrp="1"/>
          </p:cNvSpPr>
          <p:nvPr>
            <p:ph type="title" idx="16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spcFirstLastPara="1" wrap="square" lIns="91425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48" name="Google Shape;748;p29"/>
          <p:cNvSpPr txBox="1">
            <a:spLocks noGrp="1"/>
          </p:cNvSpPr>
          <p:nvPr>
            <p:ph type="title" idx="17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49" name="Google Shape;749;p29"/>
          <p:cNvSpPr txBox="1">
            <a:spLocks noGrp="1"/>
          </p:cNvSpPr>
          <p:nvPr>
            <p:ph type="title" idx="18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images with caption">
  <p:cSld name="BLANK_1_1_1_1_1_1_1_1_1_1_1_1_1_1_1_1_1_1_2">
    <p:bg>
      <p:bgPr>
        <a:solidFill>
          <a:schemeClr val="lt1"/>
        </a:solidFill>
        <a:effectLst/>
      </p:bgPr>
    </p:bg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>
            <a:spLocks noGrp="1"/>
          </p:cNvSpPr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>
            <a:spLocks noGrp="1"/>
          </p:cNvSpPr>
          <p:nvPr>
            <p:ph type="pic" idx="2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>
            <a:spLocks noGrp="1"/>
          </p:cNvSpPr>
          <p:nvPr>
            <p:ph type="pic" idx="3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>
            <a:spLocks noGrp="1"/>
          </p:cNvSpPr>
          <p:nvPr>
            <p:ph type="pic" idx="4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>
            <a:spLocks noGrp="1"/>
          </p:cNvSpPr>
          <p:nvPr>
            <p:ph type="subTitle" idx="1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80" name="Google Shape;780;p30"/>
          <p:cNvSpPr txBox="1">
            <a:spLocks noGrp="1"/>
          </p:cNvSpPr>
          <p:nvPr>
            <p:ph type="title" idx="5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81" name="Google Shape;781;p30"/>
          <p:cNvSpPr txBox="1">
            <a:spLocks noGrp="1"/>
          </p:cNvSpPr>
          <p:nvPr>
            <p:ph type="subTitle" idx="6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82" name="Google Shape;782;p30"/>
          <p:cNvSpPr txBox="1">
            <a:spLocks noGrp="1"/>
          </p:cNvSpPr>
          <p:nvPr>
            <p:ph type="title" idx="7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83" name="Google Shape;783;p30"/>
          <p:cNvSpPr txBox="1">
            <a:spLocks noGrp="1"/>
          </p:cNvSpPr>
          <p:nvPr>
            <p:ph type="subTitle" idx="8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84" name="Google Shape;784;p30"/>
          <p:cNvSpPr txBox="1">
            <a:spLocks noGrp="1"/>
          </p:cNvSpPr>
          <p:nvPr>
            <p:ph type="title" idx="9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85" name="Google Shape;785;p30"/>
          <p:cNvSpPr txBox="1">
            <a:spLocks noGrp="1"/>
          </p:cNvSpPr>
          <p:nvPr>
            <p:ph type="title" idx="13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86" name="Google Shape;786;p30"/>
          <p:cNvSpPr txBox="1">
            <a:spLocks noGrp="1"/>
          </p:cNvSpPr>
          <p:nvPr>
            <p:ph type="title" idx="14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89" name="Google Shape;789;p3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94" name="Google Shape;794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97" name="Google Shape;797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798" name="Google Shape;798;p3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03" name="Google Shape;803;p3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08" name="Google Shape;808;p3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09" name="Google Shape;809;p3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15" name="Google Shape;815;p41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16" name="Google Shape;816;p41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17" name="Google Shape;817;p41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18" name="Google Shape;818;p41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19" name="Google Shape;819;p41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20" name="Google Shape;820;p41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23" name="Google Shape;823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24" name="Google Shape;824;p42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27" name="Google Shape;827;p43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28" name="Google Shape;828;p43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29" name="Google Shape;829;p43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30" name="Google Shape;830;p43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33" name="Google Shape;833;p44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34" name="Google Shape;834;p44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35" name="Google Shape;835;p44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36" name="Google Shape;836;p44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37" name="Google Shape;837;p44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38" name="Google Shape;838;p44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41" name="Google Shape;841;p45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42" name="Google Shape;842;p45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43" name="Google Shape;843;p45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44" name="Google Shape;844;p45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45" name="Google Shape;845;p45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46" name="Google Shape;846;p45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47" name="Google Shape;847;p45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48" name="Google Shape;848;p45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51" name="Google Shape;851;p46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54" name="Google Shape;854;p47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57" name="Google Shape;857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58" name="Google Shape;858;p47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59" name="Google Shape;859;p47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62" name="Google Shape;862;p48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65" name="Google Shape;865;p48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67" name="Google Shape;867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68" name="Google Shape;868;p48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69" name="Google Shape;869;p48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70" name="Google Shape;870;p48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81" name="Google Shape;881;p50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2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0" r:id="rId31"/>
    <p:sldLayoutId id="2147483681" r:id="rId32"/>
    <p:sldLayoutId id="2147483682" r:id="rId33"/>
    <p:sldLayoutId id="2147483683" r:id="rId34"/>
    <p:sldLayoutId id="2147483684" r:id="rId35"/>
    <p:sldLayoutId id="2147483685" r:id="rId36"/>
    <p:sldLayoutId id="2147483686" r:id="rId37"/>
    <p:sldLayoutId id="2147483687" r:id="rId38"/>
    <p:sldLayoutId id="2147483688" r:id="rId39"/>
    <p:sldLayoutId id="2147483689" r:id="rId40"/>
    <p:sldLayoutId id="2147483690" r:id="rId41"/>
    <p:sldLayoutId id="2147483691" r:id="rId42"/>
    <p:sldLayoutId id="2147483692" r:id="rId43"/>
    <p:sldLayoutId id="2147483693" r:id="rId44"/>
    <p:sldLayoutId id="2147483694" r:id="rId45"/>
    <p:sldLayoutId id="2147483695" r:id="rId46"/>
    <p:sldLayoutId id="2147483696" r:id="rId4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>
            <a:spLocks noGrp="1"/>
          </p:cNvSpPr>
          <p:nvPr>
            <p:ph type="subTitle" idx="2"/>
          </p:nvPr>
        </p:nvSpPr>
        <p:spPr>
          <a:xfrm>
            <a:off x="138475" y="228600"/>
            <a:ext cx="2339400" cy="3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Sora"/>
                <a:ea typeface="Sora"/>
                <a:cs typeface="Sora"/>
                <a:sym typeface="Sora"/>
              </a:rPr>
              <a:t>Sunith Kumar</a:t>
            </a:r>
            <a:br>
              <a:rPr lang="en" dirty="0">
                <a:latin typeface="Sora"/>
                <a:ea typeface="Sora"/>
                <a:cs typeface="Sora"/>
                <a:sym typeface="Sora"/>
              </a:rPr>
            </a:br>
            <a:r>
              <a:rPr lang="en" dirty="0">
                <a:latin typeface="Sora"/>
                <a:ea typeface="Sora"/>
                <a:cs typeface="Sora"/>
                <a:sym typeface="Sora"/>
              </a:rPr>
              <a:t>Techie Horizon </a:t>
            </a:r>
            <a:endParaRPr dirty="0">
              <a:latin typeface="Sora"/>
              <a:ea typeface="Sora"/>
              <a:cs typeface="Sora"/>
              <a:sym typeface="Sor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Sora"/>
                <a:ea typeface="Sora"/>
                <a:cs typeface="Sora"/>
                <a:sym typeface="Sora"/>
              </a:rPr>
              <a:t>18/ Sep/ 2026</a:t>
            </a:r>
            <a:endParaRPr dirty="0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89" name="Google Shape;889;p51"/>
          <p:cNvSpPr txBox="1">
            <a:spLocks noGrp="1"/>
          </p:cNvSpPr>
          <p:nvPr>
            <p:ph type="title"/>
          </p:nvPr>
        </p:nvSpPr>
        <p:spPr>
          <a:xfrm>
            <a:off x="157657" y="3126306"/>
            <a:ext cx="5876700" cy="14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dirty="0"/>
              <a:t>AWS Architecture</a:t>
            </a:r>
            <a:endParaRPr sz="4200" dirty="0"/>
          </a:p>
        </p:txBody>
      </p:sp>
      <p:sp>
        <p:nvSpPr>
          <p:cNvPr id="890" name="Google Shape;890;p51"/>
          <p:cNvSpPr txBox="1">
            <a:spLocks noGrp="1"/>
          </p:cNvSpPr>
          <p:nvPr>
            <p:ph type="subTitle" idx="1"/>
          </p:nvPr>
        </p:nvSpPr>
        <p:spPr>
          <a:xfrm>
            <a:off x="176839" y="4342502"/>
            <a:ext cx="4922100" cy="73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rgbClr val="EAD1DC"/>
                </a:solidFill>
                <a:latin typeface="IBM Plex Sans"/>
                <a:ea typeface="IBM Plex Sans"/>
                <a:cs typeface="IBM Plex Sans"/>
                <a:sym typeface="IBM Plex Sans"/>
              </a:rPr>
              <a:t>Devops engineer POV(Myntra Application)</a:t>
            </a:r>
            <a:endParaRPr sz="1700" dirty="0">
              <a:solidFill>
                <a:srgbClr val="EAD1DC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CDFD727-E2BD-380B-8DA4-65101DE552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8" t="6466" r="17570" b="4149"/>
          <a:stretch>
            <a:fillRect/>
          </a:stretch>
        </p:blipFill>
        <p:spPr>
          <a:xfrm>
            <a:off x="1170175" y="0"/>
            <a:ext cx="6288088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55"/>
          <p:cNvSpPr txBox="1">
            <a:spLocks noGrp="1"/>
          </p:cNvSpPr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21</Words>
  <Application>Microsoft Office PowerPoint</Application>
  <PresentationFormat>On-screen Show (16:9)</PresentationFormat>
  <Paragraphs>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3" baseType="lpstr">
      <vt:lpstr>IBM Plex Sans</vt:lpstr>
      <vt:lpstr>IBM Plex Sans SemiBold</vt:lpstr>
      <vt:lpstr>Sora Light</vt:lpstr>
      <vt:lpstr>Sora</vt:lpstr>
      <vt:lpstr>Sora SemiBold</vt:lpstr>
      <vt:lpstr>Sora Medium</vt:lpstr>
      <vt:lpstr>Sora ExtraLight</vt:lpstr>
      <vt:lpstr>Arial</vt:lpstr>
      <vt:lpstr>IBM Plex Sans Medium</vt:lpstr>
      <vt:lpstr>GEOMETRIC OVERLAYS</vt:lpstr>
      <vt:lpstr>AWS Architecture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Samala Sneha</dc:creator>
  <cp:lastModifiedBy>samala sneha</cp:lastModifiedBy>
  <cp:revision>6</cp:revision>
  <dcterms:modified xsi:type="dcterms:W3CDTF">2026-09-18T12:16:13Z</dcterms:modified>
</cp:coreProperties>
</file>